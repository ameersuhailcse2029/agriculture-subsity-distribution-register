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D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7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 OF AGRICULTURE  ·  SEASON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Agricultural Input Subsidy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Register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register that checks entitlement at the point of issue —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duplicate collection and missed entitlements stop happening quietly.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PRACTICAL ASSESSMENT — SIH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166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demo: agriculture-subsity-distribution-re.vercel.app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PDKVCET CSE, PDKV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6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paper register that no one has time to 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743200" cy="1234440"/>
          </a:xfrm>
          <a:prstGeom prst="rect">
            <a:avLst/>
          </a:prstGeom>
          <a:solidFill>
            <a:srgbClr val="E7F1E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749040" y="187452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collect their seed or fertiliser twice; others are turned away for an entitlement they never actually received — because no one could check in time.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743200" cy="1234440"/>
          </a:xfrm>
          <a:prstGeom prst="rect">
            <a:avLst/>
          </a:prstGeom>
          <a:solidFill>
            <a:srgbClr val="E7F1E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officers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49040" y="338328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peak season, searching pages by hand is too slow to do for every farmer in the queue, so the check is skipped.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2743200" cy="1234440"/>
          </a:xfrm>
          <a:prstGeom prst="rect">
            <a:avLst/>
          </a:prstGeom>
          <a:solidFill>
            <a:srgbClr val="E7F1E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department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49040" y="489204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season ends, there is no way to reconstruct who actually collected what — the record and the loss both disappear together.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7F1E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6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SOLUTION, IN ONE SENTENCE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F4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register that checks a farmer's entitlement the moment it is issued —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F4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nothing can be handed out twice, and nothing goes missing unrecorded.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words. That's the whole idea — the computer does the checking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 busy counter never has time to do by hand.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6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MAIN SCREEN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entitlement, one register, nothing hidden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199132" y="1636776"/>
            <a:ext cx="7790688" cy="4910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B21">
                <a:alpha val="18000"/>
              </a:srgbClr>
            </a:outerShdw>
          </a:effectLst>
        </p:spPr>
      </p:sp>
      <p:pic>
        <p:nvPicPr>
          <p:cNvPr id="5" name="Image 0" descr="shots/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1691640"/>
            <a:ext cx="768096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6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 A RECORD INSTANTLY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and filters update the list as you type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610612" y="1545336"/>
            <a:ext cx="6967728" cy="439597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B21">
                <a:alpha val="18000"/>
              </a:srgbClr>
            </a:outerShdw>
          </a:effectLst>
        </p:spPr>
      </p:sp>
      <p:pic>
        <p:nvPicPr>
          <p:cNvPr id="5" name="Image 0" descr="shots/03_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1600200"/>
            <a:ext cx="6858000" cy="428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59893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"Not collected" — the count updates live so the operator always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whether a filter is hiding rows, not the data.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6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PREVENTING A DUPLICATE DRAW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register refuses to issue more than the entitlement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383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 happens the moment an entry is saved — not afterwards.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issue more than a farmer is entitled to, and the form is rejected with a plain-language reason before it ever reaches the register.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 stops two different entries from sharing one record ID — which is what makes a duplicate collection impossible to save by accident.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79976" y="1499616"/>
            <a:ext cx="7242048" cy="45674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B21">
                <a:alpha val="18000"/>
              </a:srgbClr>
            </a:outerShdw>
          </a:effectLst>
        </p:spPr>
      </p:sp>
      <p:pic>
        <p:nvPicPr>
          <p:cNvPr id="6" name="Image 0" descr="shots/05_validation_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554480"/>
            <a:ext cx="7132320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6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NUMBERS ARE CALCULATED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figure comes from one formula, computed once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7F1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Entitlement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37560" y="19659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840480" y="19659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7F1E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040880" y="19659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2E6B3E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108960" y="32004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issued / Partial / Not collected / Unrecorded — set from the balance and whether an issue was ever logged.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waiting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08960" y="4069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the issue date, shown only while an entitlement is not yet fully issued.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totals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108960" y="4937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and status counts recalculated across every record on each read — not just the ones on screen.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6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STANDS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works, what's unfinished, what's next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now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5661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across name, farmer ID, record ID, village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village, input type and status together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status and days-waiting computed centrally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Server-style validation rejects over-issue and duplicate record IDs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empty and error states all handled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Unfinished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4840" y="2331720"/>
            <a:ext cx="35661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delete/void of a record, only create and edit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Duplicate-issue check works on record ID, not yet on farmer + input type across a season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the browser (localStorage), not shared across devices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improvement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2331720"/>
            <a:ext cx="35661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 shared database so every distribution counter sees the same register live, closing the one gap a browser-only build can't.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2026-07-26T17:50:06Z</dcterms:created>
  <dcterms:modified xsi:type="dcterms:W3CDTF">2026-07-26T17:50:06Z</dcterms:modified>
</cp:coreProperties>
</file>